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MEDICAL IMAGE SEGMENTATION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Skin Lesion Segmentation with U-Net Variants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 •  Attention U-Net  •  U-Net++     —     ISIC-2018 Dataset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754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U-Net++ / U-Net   </a:t>
            </a:r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Dice 0.906  •  IoU 0.829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huggingface.co/spaces/unixio/skin-lesion-segmentation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&amp; Our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cancer survival depends on early detection. Outlining a lesion's exact boundary is needed to measure size, track growth, and plan treatment — but manual delineation is slow and subjective.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0" y="1737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9516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U-Net for lesion segmentation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23957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2395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95160" y="23957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Attention U-Net &amp; U-Net++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305409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95160" y="30540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Dice, IoU &amp; Hausdorff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0" y="371246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95160" y="37124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upload-image prototype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0" y="43708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4370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95160" y="43708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predictions with Grad-CAM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Semantic Segmentation?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AAAAAA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3566160" cy="164592"/>
          </a:xfrm>
          <a:prstGeom prst="rect">
            <a:avLst/>
          </a:prstGeom>
          <a:solidFill>
            <a:srgbClr val="5A6B7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6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label for the whole image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206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there a lesion?”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AAAAAA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828800"/>
            <a:ext cx="3566160" cy="1645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194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28346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box around the object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4206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“Roughly where?”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AAAAAA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828800"/>
            <a:ext cx="3566160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194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66760" y="28346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 for EVERY pixel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4206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“Exactly which pixels?”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875520" y="1874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OUR TASK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supervised, pixel-wise binary classification: each pixel → lesion (1) or background (0).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Dataset: ISIC-2018 Skin Lesions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16200000">
              <a:srgbClr val="AAAAAA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031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2,594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mask pairs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37560" y="19202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16200000">
              <a:srgbClr val="AAAAAA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21031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1,815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37560" y="2971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(70%)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16200000">
              <a:srgbClr val="AAAAAA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21031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26480" y="2971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(15%)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15400" y="19202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16200000">
              <a:srgbClr val="AAAAAA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21031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915400" y="2971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(15%)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Expert-annotated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dermoscopy images, each with a ground-truth binary mask. Resized to 256×256. The lesion is the minority class (class imbalance) — which shapes our loss choice. Augmentation (flips, rotation, elastic deformation, CLAHE) improves generalisation on this small medical set.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Encoder–Decoder Architectures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shrinks the image to learn “what”; decoder upsamples to draw “where”; skip connections restore fine detail.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AAAAA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337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ResNet-34 encoder, pretrained on ImageNet. Classic symmetric skip connections.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4983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~24.4M params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2860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AAAAAA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5603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3337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 U-Net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0" y="384048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attention gates on skips to suppress background. Trained from scratch.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0" y="4983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~31.4M params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22860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AAAAAA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0" y="25603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3337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U-Net++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66760" y="384048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nested skip pathways. Pretrained ResNet-34 encoder.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66760" y="4983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~26.1M params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Functions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Lesions are a minority of pixels — so we combine two losses to beat class imbalance.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16200000">
              <a:srgbClr val="AAAAA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423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Binary Cross-Entropy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480560" y="2423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each pixel independently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0" y="2423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BCE = -(1/N) Σ [ y·log ŷ + (1-y)·log(1-ŷ) 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16200000">
              <a:srgbClr val="AAAAAA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703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Dice Loss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37033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shape overlap — robust to imbalance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0" y="3703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Dice = 1 - (2 Σ ŷy + ε)/(Σŷ + Σy + ε)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16200000">
              <a:srgbClr val="AAAAAA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9834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Combined (used)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0560" y="4983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accuracy + shape accuracy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0" y="49834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0.5·BCE + 0.5·Dice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— How We Judge Quality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AAAAAA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Dice (DSC)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2·TP / (2·TP + FP + FN)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overlap score (0–1)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AAAAAA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IoU / Jaccard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0" y="2606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FP + FN)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971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overlap metric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AAAAAA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931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 / Recall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4434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TP/(TP+FP)  •  TP/(TP+FN)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800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safety (no missed lesion)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74904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AAAAAA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931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Hausdorff (HD95)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4434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boundary distance (95%)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4800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accuracy for surgery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Test-Set Performance (390 images)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394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22960"/>
                <a:gridCol w="822960"/>
                <a:gridCol w="822960"/>
                <a:gridCol w="8229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U-Net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U-Net++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5488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&amp; U-Net++ are statistically tied; both use pretrained encoders.</a:t>
            </a:r>
            <a:endParaRPr lang="en-US" sz="1300" dirty="0"/>
          </a:p>
        </p:txBody>
      </p:sp>
      <p:pic>
        <p:nvPicPr>
          <p:cNvPr id="6" name="Image 0" descr="D:\medical-image-segmentation\report\assets\metrics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737360"/>
            <a:ext cx="5577840" cy="30998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learning beat architectural complexity.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F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pretrained U-Net (0.906) matched the more complex U-Net++ (0.905) and clearly beat the scratch-trained Attention U-Net (0.882) — </a:t>
            </a:r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Attention U-Net having the most parameters.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0.906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5349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(pretrained)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0" y="4480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0.905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297680" y="5349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U-Net++ (pretrained)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0" y="4480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0.882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046720" y="5349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(scratch)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small medical datasets, a pretrained encoder is the dominant lever for performance.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Predictions (U-Net++)</a:t>
            </a:r>
            <a:endParaRPr lang="en-US" sz="3000" dirty="0"/>
          </a:p>
        </p:txBody>
      </p:sp>
      <p:pic>
        <p:nvPicPr>
          <p:cNvPr id="4" name="Image 0" descr="D:\medical-image-segmentation\report\assets\predictions_unet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1645920"/>
            <a:ext cx="576072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→  Expert ground truth  →  Predicted overlay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 with Grad-CAM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669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region?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produces a heatmap of the pixels that most pushed the model toward “lesion”.
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Warm = high influence
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Cool = little influence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lets a clinician verify the model focused on the lesion — not on hair, shadows, or the image border. Essential for trustworthy clinical AI.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0" y="1828800"/>
            <a:ext cx="50292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AAAAA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0" y="21031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black box  →  inspectable tool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0" y="2834640"/>
            <a:ext cx="4480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turns a probability map into an explanation a human can audit, increasing trust and supporting safe clinical adoption.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Web 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F4F8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377440" y="182880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in any skin / dermoscopy photo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F4F8F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3464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377440" y="28346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+ colour overlay in seconds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F4F8F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84048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377440" y="384048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heatmap on demand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F4F8F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84632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Summarise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377440" y="48463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confidence, border, disclaimer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182880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0B2027"/>
          </a:solidFill>
          <a:ln/>
          <a:effectLst>
            <a:outerShdw sx="100000" sy="100000" kx="0" ky="0" algn="bl" rotWithShape="0" blurRad="76200" dist="25400" dir="16200000">
              <a:srgbClr val="AAAAAA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21031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Deployed &amp; always-on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75120" y="2834640"/>
            <a:ext cx="46634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Spaces (free CPU)
</a:t>
            </a:r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pulled from the HF Hub at runtime — no local install, accessible any time.
</a:t>
            </a:r>
            <a:pPr algn="ctr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huggingface.co/spaces/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unixio/skin-lesion-segmentation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Relevance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AAAAAA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3566160" cy="14630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40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screening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suspicious lesions for review, cutting diagnostic delay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AAAAAA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920240"/>
            <a:ext cx="3566160" cy="14630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240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 tracking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72000" y="288036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mask area to monitor lesion growth over time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AAAAAA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920240"/>
            <a:ext cx="3566160" cy="1463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240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Surgical planning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66760" y="288036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Pixel-precise boundaries (HD95) inform excision margins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Melanoma 5-year survival: </a:t>
            </a:r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~98% at Stage I</a:t>
            </a:r>
            <a:pPr algn="ctr" indent="0" marL="0">
              <a:buNone/>
            </a:pPr>
            <a:r>
              <a:rPr lang="en-US" sz="18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 </a:t>
            </a:r>
            <a:pPr algn="ctr" indent="0" marL="0">
              <a:buNone/>
            </a:pPr>
            <a:r>
              <a:rPr lang="en-US" sz="18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~23% at Stage IV</a:t>
            </a:r>
            <a:pPr algn="ctr" indent="0" marL="0">
              <a:buNone/>
            </a:pPr>
            <a:r>
              <a:rPr lang="en-US" sz="18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early, accurate detection saves lives.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complete, deployed segmentation system.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68680" y="269748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2560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encoder–decoder models trained &amp; compared on ISIC-2018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3355848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321868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Dice 0.906 — on par with published benchmarks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4014216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387705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metrics: Dice, IoU, Precision, Recall, Hausdorff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68680" y="4672584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453542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prototype with Grad-CAM explainability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8680" y="5330952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51937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transfer learning &gt; architectural complexity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github.com/BertinAm/unet-skin-lesion-segmentation   •   Demo: huggingface.co/spaces/unixio/skin-lesion-segmentation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2026-06-20T01:50:14Z</dcterms:created>
  <dcterms:modified xsi:type="dcterms:W3CDTF">2026-06-20T01:50:14Z</dcterms:modified>
</cp:coreProperties>
</file>